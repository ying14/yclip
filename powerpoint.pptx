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6"/>
  </p:notesMasterIdLst>
  <p:handoutMasterIdLst>
    <p:handoutMasterId r:id="rId7"/>
  </p:handoutMasterIdLst>
  <p:sldIdLst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3" autoAdjust="0"/>
    <p:restoredTop sz="94630"/>
  </p:normalViewPr>
  <p:slideViewPr>
    <p:cSldViewPr showGuides="1">
      <p:cViewPr varScale="1">
        <p:scale>
          <a:sx n="131" d="100"/>
          <a:sy n="131" d="100"/>
        </p:scale>
        <p:origin x="162" y="2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AC2C24E-B95E-481D-968E-0BDCFC72F656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9/13/2026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9/13/2026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9/13/2026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1415DC98-F527-4737-A5B9-3597210FA2F7}" type="datetime1">
              <a:rPr lang="en-US" smtClean="0"/>
              <a:t>9/13/2026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188889-44B4-42BD-84DC-2D1A93FD44C7}" type="datetime1">
              <a:rPr lang="en-US" smtClean="0"/>
              <a:t>9/13/2026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EB29E-E91D-4BC9-BE3F-394F6FDC9AC7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AD7DA-2107-4637-8C8D-3B775970879B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597AFA7-1C4B-4AAF-9FD8-61D1DA4C999A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5F7DF4-8BE0-4832-9230-78DDDEC4B6DD}" type="datetime1">
              <a:rPr lang="en-US" smtClean="0"/>
              <a:t>9/13/2026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9/13/2026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9/13/2026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C1166B1E-1AFA-4A7F-9646-409FBAA0A887}" type="datetime1">
              <a:rPr lang="en-US" smtClean="0"/>
              <a:t>9/13/2026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9/13/2026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9/13/2026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AA28231D-ABE1-4859-B037-5D42FA8F4858}" type="datetime1">
              <a:rPr lang="en-US" smtClean="0"/>
              <a:t>9/13/2026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9/13/2026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9/13/2026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9/13/2026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9/13/2026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9/13/2026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9/13/2026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9/13/2026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9/13/2026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9/13/2026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9/13/2026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B608D6C-D0F1-479F-911E-8569D2F1ED15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BCFCC67-CBC1-48BE-A467-33E284003C9C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8CAF44C-1683-44E3-97C5-DF51C69BF7AA}" type="datetime1">
              <a:rPr lang="en-US" smtClean="0"/>
              <a:t>9/13/2026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9/13/2026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0C8FE45-F91B-4375-B362-4DC6F9A2A304}" type="datetime1">
              <a:rPr lang="en-US" smtClean="0"/>
              <a:t>9/13/2026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9/13/2026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9/13/2026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95FFA61-E651-4E50-A159-710A5ED7E6FE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E9E0D87-B7D0-4C2E-BAD1-97A555313A20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9814657-813A-4D7B-A2F8-E573BA1645D3}" type="datetime1">
              <a:rPr lang="en-US" smtClean="0"/>
              <a:t>9/13/2026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Presentation subtitle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11B583-2F92-9354-4573-0F54C48C22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1143000"/>
            <a:ext cx="2039112" cy="19751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900607-CA01-2C80-401C-E95F70C4E4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442" y="2441446"/>
            <a:ext cx="2039116" cy="1975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fcaeb239-e0ad-43c4-9739-4084ddd7c62f_wac_v2" id="{21E82CDE-DB0F-446A-AB1C-C548E4C4E61C}" vid="{FC4C4127-EA88-45F9-9442-09B36E6C91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{2B9BE038-73F2-4415-826A-BDEBEDF62D74}0f45c1b8-b519-4737-8f12-a18148944ef7-TFfcaeb239-e0ad-43c4-9739-4084ddd7c62fe496f549_win32</Template>
  <TotalTime>3</TotalTime>
  <Words>5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Bahnschrift SemiLight</vt:lpstr>
      <vt:lpstr>Blockwork elegance</vt:lpstr>
      <vt:lpstr>Presentation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Taur, Ying</dc:creator>
  <cp:lastModifiedBy>Taur, Ying</cp:lastModifiedBy>
  <cp:revision>2</cp:revision>
  <dcterms:created xsi:type="dcterms:W3CDTF">2026-09-13T03:53:52Z</dcterms:created>
  <dcterms:modified xsi:type="dcterms:W3CDTF">2026-09-13T14:28:22Z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