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13" r:id="rId4"/>
  </p:sldMasterIdLst>
  <p:notesMasterIdLst>
    <p:notesMasterId r:id="rId6"/>
  </p:notesMasterIdLst>
  <p:handoutMasterIdLst>
    <p:handoutMasterId r:id="rId7"/>
  </p:handoutMasterIdLst>
  <p:sldIdLst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1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3" autoAdjust="0"/>
    <p:restoredTop sz="94630"/>
  </p:normalViewPr>
  <p:slideViewPr>
    <p:cSldViewPr showGuides="1">
      <p:cViewPr varScale="1">
        <p:scale>
          <a:sx n="109" d="100"/>
          <a:sy n="109" d="100"/>
        </p:scale>
        <p:origin x="144" y="6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90" d="100"/>
          <a:sy n="90" d="100"/>
        </p:scale>
        <p:origin x="292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2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5F44E88-89D9-49CC-9E37-1AF77A031198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AC2C24E-B95E-481D-968E-0BDCFC72F656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17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385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3DFFD80-41C6-4EAA-B049-EE90EA550127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70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44210B3C-79E3-495A-B2C3-EF766F409D04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86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6235515-DA3D-4D9A-9B02-44E2CBD9110F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3613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852BD0B2-E7A7-4B81-8BAF-4B92BD6A4310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31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0E657DB-59AB-47CC-B4C7-A245A3C76BB1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393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1415DC98-F527-4737-A5B9-3597210FA2F7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496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188889-44B4-42BD-84DC-2D1A93FD44C7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99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A40708-E793-490B-9201-425C8D1F325C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2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C1968991-530B-4F8D-80FE-2192BD2DD5A5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0176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23477E6-5CE8-4544-92C7-AEB7D166FD7D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45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EB29E-E91D-4BC9-BE3F-394F6FDC9AC7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03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AD7DA-2107-4637-8C8D-3B775970879B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4667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59F5542-E2F9-4DC1-8AB7-8E5D8714BD21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2417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597AFA7-1C4B-4AAF-9FD8-61D1DA4C999A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1670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5F7DF4-8BE0-4832-9230-78DDDEC4B6DD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893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DD3D21CC-B9C8-49F6-ADE7-6BF4A546A74E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85427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40723AE1-14A9-42B1-9F02-B524DA830762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216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C1166B1E-1AFA-4A7F-9646-409FBAA0A887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62236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2240801-1142-4411-9AA3-00BC0B3F40DA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992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CFA9782-9FBA-47E1-A36A-E75622F7046E}" type="datetime1">
              <a:rPr lang="en-US" smtClean="0"/>
              <a:t>9/12/2026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470453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AA28231D-ABE1-4859-B037-5D42FA8F4858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47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AAA916C4-9175-479B-9610-7E06A2EDFEE0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19643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AD2788-6390-4160-9542-0F1C554F0165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498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E6CDFB-328D-4B9A-B955-967B0C6194A8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6115477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A994DB4-9653-4FD4-8A14-5DAFB68B0E92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114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BECFC22-7333-427C-A7BB-2A423772B9A0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600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B78D85C6-8657-43F4-BE68-8F80962A5435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767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9D65A6B-59CD-4A95-97A1-5003425BCE52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34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AEBE612C-E459-4252-B286-C98BDF4C5E92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242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D8568ADA-B78D-4076-A9DF-6C8E04B71243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5829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E3ED234F-BBE0-48A3-AC31-D10A1F3BC187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9622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A0D3809-2B53-482D-AD1B-8B09C4B2656C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194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154F04C1-B149-48D4-90B8-E64820B32F59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20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1AED7B4-8DB4-40B0-90CF-49D3708442C0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74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861E720-2EA4-4832-8DC2-DC3D2BDBB07C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051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B608D6C-D0F1-479F-911E-8569D2F1ED15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1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BCFCC67-CBC1-48BE-A467-33E284003C9C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551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BF01E07-9F97-42AE-9FE9-3EAD856BDB2A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7991821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34B2334-B27F-4DA0-8A92-599603070D6B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160219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B8D85F-DE7D-4C09-9BDD-03377313F809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2918804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8CAF44C-1683-44E3-97C5-DF51C69BF7AA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439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150565-788C-402B-B078-3F96B9A231B8}" type="datetime1">
              <a:rPr lang="en-US" smtClean="0"/>
              <a:t>9/12/2026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35362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7B20C69-CB4E-44F7-A408-67C55627795C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1525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0C8FE45-F91B-4375-B362-4DC6F9A2A304}" type="datetime1">
              <a:rPr lang="en-US" smtClean="0"/>
              <a:t>9/12/2026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99015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572A1522-8F1E-408E-ABA2-6F5B206582B8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65434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E19A776-5AE6-4251-8560-C6066D0B46D6}" type="datetime1">
              <a:rPr lang="en-US" smtClean="0"/>
              <a:t>9/12/2026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8313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95FFA61-E651-4E50-A159-710A5ED7E6FE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20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E9E0D87-B7D0-4C2E-BAD1-97A555313A20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364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29814657-813A-4D7B-A2F8-E573BA1645D3}" type="datetime1">
              <a:rPr lang="en-US" smtClean="0"/>
              <a:t>9/12/2026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49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15" r:id="rId2"/>
    <p:sldLayoutId id="2147484114" r:id="rId3"/>
    <p:sldLayoutId id="2147484116" r:id="rId4"/>
    <p:sldLayoutId id="2147484117" r:id="rId5"/>
    <p:sldLayoutId id="2147484118" r:id="rId6"/>
    <p:sldLayoutId id="2147484120" r:id="rId7"/>
    <p:sldLayoutId id="2147484121" r:id="rId8"/>
    <p:sldLayoutId id="2147484122" r:id="rId9"/>
    <p:sldLayoutId id="2147484169" r:id="rId10"/>
    <p:sldLayoutId id="2147484124" r:id="rId11"/>
    <p:sldLayoutId id="2147484125" r:id="rId12"/>
    <p:sldLayoutId id="2147484126" r:id="rId13"/>
    <p:sldLayoutId id="2147484127" r:id="rId14"/>
    <p:sldLayoutId id="2147484128" r:id="rId15"/>
    <p:sldLayoutId id="2147484129" r:id="rId16"/>
    <p:sldLayoutId id="2147484130" r:id="rId17"/>
    <p:sldLayoutId id="2147484131" r:id="rId18"/>
    <p:sldLayoutId id="2147484132" r:id="rId19"/>
    <p:sldLayoutId id="2147484133" r:id="rId20"/>
    <p:sldLayoutId id="2147484134" r:id="rId21"/>
    <p:sldLayoutId id="2147484135" r:id="rId22"/>
    <p:sldLayoutId id="2147484136" r:id="rId23"/>
    <p:sldLayoutId id="2147484137" r:id="rId24"/>
    <p:sldLayoutId id="2147484138" r:id="rId25"/>
    <p:sldLayoutId id="2147484139" r:id="rId26"/>
    <p:sldLayoutId id="2147484140" r:id="rId27"/>
    <p:sldLayoutId id="2147484141" r:id="rId28"/>
    <p:sldLayoutId id="2147484142" r:id="rId29"/>
    <p:sldLayoutId id="2147484143" r:id="rId30"/>
    <p:sldLayoutId id="2147484144" r:id="rId31"/>
    <p:sldLayoutId id="2147484145" r:id="rId32"/>
    <p:sldLayoutId id="2147484146" r:id="rId33"/>
    <p:sldLayoutId id="2147484147" r:id="rId34"/>
    <p:sldLayoutId id="2147484148" r:id="rId35"/>
    <p:sldLayoutId id="2147484149" r:id="rId36"/>
    <p:sldLayoutId id="2147484150" r:id="rId37"/>
    <p:sldLayoutId id="2147484152" r:id="rId38"/>
    <p:sldLayoutId id="2147484153" r:id="rId39"/>
    <p:sldLayoutId id="2147484157" r:id="rId40"/>
    <p:sldLayoutId id="2147484158" r:id="rId41"/>
    <p:sldLayoutId id="2147484159" r:id="rId42"/>
    <p:sldLayoutId id="2147484160" r:id="rId43"/>
    <p:sldLayoutId id="2147484161" r:id="rId44"/>
    <p:sldLayoutId id="2147484162" r:id="rId45"/>
    <p:sldLayoutId id="2147484163" r:id="rId46"/>
    <p:sldLayoutId id="2147484164" r:id="rId47"/>
    <p:sldLayoutId id="2147484165" r:id="rId48"/>
    <p:sldLayoutId id="2147484166" r:id="rId49"/>
    <p:sldLayoutId id="2147484167" r:id="rId50"/>
    <p:sldLayoutId id="2147484168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F4B6-3F85-6E67-ED81-21244368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0CBC46-76F5-CB3F-9BF0-DE7BBD3C6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CA5C5AD-7278-E875-15B7-835123AC22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Presentation subtitle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11B583-2F92-9354-4573-0F54C48C2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0" y="1143000"/>
            <a:ext cx="2039112" cy="19751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4EE834-2991-5DFE-3DA2-7C1E340082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66" y="2895600"/>
            <a:ext cx="2039116" cy="197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52602"/>
      </p:ext>
    </p:extLst>
  </p:cSld>
  <p:clrMapOvr>
    <a:masterClrMapping/>
  </p:clrMapOvr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fcaeb239-e0ad-43c4-9739-4084ddd7c62f_wac_v2" id="{21E82CDE-DB0F-446A-AB1C-C548E4C4E61C}" vid="{FC4C4127-EA88-45F9-9442-09B36E6C91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EA42C18-4C38-43BB-8CE3-C963EDA9CBB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C3B381C-6232-408C-B65A-8475398E4C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E0AE46-2EED-447A-8B24-DFD65B70D44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{2B9BE038-73F2-4415-826A-BDEBEDF62D74}0f45c1b8-b519-4737-8f12-a18148944ef7-TFfcaeb239-e0ad-43c4-9739-4084ddd7c62fe496f549_win32</Template>
  <TotalTime>3</TotalTime>
  <Words>5</Words>
  <Application>Microsoft Office PowerPoint</Application>
  <PresentationFormat>Widescreen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Bahnschrift SemiLight</vt:lpstr>
      <vt:lpstr>Blockwork elegance</vt:lpstr>
      <vt:lpstr>Presentation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Taur, Ying</dc:creator>
  <cp:lastModifiedBy>Taur, Ying</cp:lastModifiedBy>
  <cp:revision>1</cp:revision>
  <dcterms:created xsi:type="dcterms:W3CDTF">2026-09-13T03:53:52Z</dcterms:created>
  <dcterms:modified xsi:type="dcterms:W3CDTF">2026-09-13T03:57:27Z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